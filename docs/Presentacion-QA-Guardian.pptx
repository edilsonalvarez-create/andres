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48840"/>
            <a:ext cx="822960" cy="96012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2011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Guardian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901952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QA usa la plataforma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01952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paso a paso  ·  El Quality Gate de tus despliegues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QA Guardian?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toda la calidad de tus proyectos y decide automáticamente si un despliegue se aprueba o se rechaza.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146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0" y="25146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 en una sola plataforma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6576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que aprueba o bloquea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8006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0" y="48006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generada automáticamente</a:t>
            </a:r>
            <a:endParaRPr lang="en-US" sz="1500" dirty="0"/>
          </a:p>
        </p:txBody>
      </p:sp>
      <p:pic>
        <p:nvPicPr>
          <p:cNvPr id="14" name="Image 0" descr="C:\Users\edilson.alvarez\Documents\Grabaciones de sonido\QAGuardian\docs\img\02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00200"/>
            <a:ext cx="5303520" cy="35096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400800" y="5166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con KPIs de calidad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A DÍA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trabajo del QA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" y="2743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423160"/>
            <a:ext cx="502920" cy="502920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101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0916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56916" y="2743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2423160"/>
            <a:ext cx="502920" cy="502920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56916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42916" y="2743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3016" y="2423160"/>
            <a:ext cx="502920" cy="502920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301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42916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28916" y="2743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9016" y="2423160"/>
            <a:ext cx="502920" cy="502920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901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28916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14916" y="2743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F3A5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15016" y="24231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1501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14916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/ rechazar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trabajo manual · evidencia automática · decisiones de calidad objetivas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 tu cuenta corporativa.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un rol (Administrador, Analista…) que define qué puede hacer.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determina si puedes ejecutar pruebas, gestionar proyectos o solo ver reportes.</a:t>
            </a:r>
            <a:endParaRPr lang="en-US" sz="1500" dirty="0"/>
          </a:p>
        </p:txBody>
      </p:sp>
      <p:pic>
        <p:nvPicPr>
          <p:cNvPr id="5" name="Image 0" descr="C:\Users\edilson.alvarez\Documents\Grabaciones de sonido\QAGuardian\docs\img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el proyecto y ver el panorama</a:t>
            </a:r>
            <a:endParaRPr lang="en-US" sz="3200" dirty="0"/>
          </a:p>
        </p:txBody>
      </p:sp>
      <p:pic>
        <p:nvPicPr>
          <p:cNvPr id="4" name="Image 0" descr="C:\Users\edilson.alvarez\Documents\Grabaciones de sonido\QAGuardian\docs\img\02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720840" y="18288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proyecto arriba a la derecha (ej. BD-001).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resume la salud del proyecto: cobertura, % de éxito, defectos y vulnerabilidades.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hagas queda asociado a ese proyecto.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caso de prueba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“Casos de prueba” → “Nuevo caso”.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código, título, tipo y prioridad.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los pasos: acción + resultado esperado.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son la documentación viva del caso.</a:t>
            </a:r>
            <a:endParaRPr lang="en-US" sz="1500" dirty="0"/>
          </a:p>
        </p:txBody>
      </p:sp>
      <p:pic>
        <p:nvPicPr>
          <p:cNvPr id="5" name="Image 0" descr="C:\Users\edilson.alvarez\Documents\Grabaciones de sonido\QAGuardian\docs\img\03-cas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Automatizar el caso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motor según el tipo de prueba. El script puede vivir dentro de la plataforma, en un archivo externo, o ser una URL objetivo.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83006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30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090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y regresión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83006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830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 / Newman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3090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83006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830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JMeter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3090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/ carga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454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45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(escaneo)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8454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845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Visual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interfaz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438454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3845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integrado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256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y edición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y seguir en tiempo real</a:t>
            </a:r>
            <a:endParaRPr lang="en-US" sz="3200" dirty="0"/>
          </a:p>
        </p:txBody>
      </p:sp>
      <p:pic>
        <p:nvPicPr>
          <p:cNvPr id="4" name="Image 0" descr="C:\Users\edilson.alvarez\Documents\Grabaciones de sonido\QAGuardian\docs\img\04-ejecu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720840" y="18288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“Ejecuciones” → “Nueva ejecución”.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tipo de prueba y ambiente (QA, Staging…).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se actualiza solo: Pendiente → En curso → Completada / Fallida.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refrescar: la plataforma avisa en vivo.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resultados y evidencia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por ejecución: total, ✓ exitosas, ✗ fallidas y % de éxito.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automática: capturas, reportes de API/JMeter y diff visual.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reporte consolidado en PDF o Word.</a:t>
            </a:r>
            <a:endParaRPr lang="en-US" sz="1500" dirty="0"/>
          </a:p>
        </p:txBody>
      </p:sp>
      <p:pic>
        <p:nvPicPr>
          <p:cNvPr id="5" name="Image 0" descr="C:\Users\edilson.alvarez\Documents\Grabaciones de sonido\QAGuardian\docs\img\04-ejecu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 LA PLATAFORMA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Quality Gate: aprobar o rechazar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configurables: % mínimo de éxito, cero vulnerabilidades críticas, etc.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ejecución recibe un veredicto: Passed o Failed.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→ despliegue aprobado. Failed → despliegue bloqueado.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run que se cae por error de entorno queda sin veredicto (—).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→ Aprobado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448056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Bloqueado</a:t>
            </a:r>
            <a:endParaRPr lang="en-US" sz="1400" dirty="0"/>
          </a:p>
        </p:txBody>
      </p:sp>
      <p:pic>
        <p:nvPicPr>
          <p:cNvPr id="9" name="Image 0" descr="C:\Users\edilson.alvarez\Documents\Grabaciones de sonido\QAGuardian\docs\img\04-ejecu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783080"/>
            <a:ext cx="5852160" cy="38727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5806440" y="57424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“Quality Gate” con el veredicto por ejecución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prueba que puedes ejecutar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908" y="19202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13969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139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8348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" y="3145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usuario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4700" y="19202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7972" y="213969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11" name="Text 9"/>
          <p:cNvSpPr/>
          <p:nvPr/>
        </p:nvSpPr>
        <p:spPr>
          <a:xfrm>
            <a:off x="4347972" y="2139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6140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6140" y="3145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rompió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2492" y="19202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5764" y="213969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16" name="Text 14"/>
          <p:cNvSpPr/>
          <p:nvPr/>
        </p:nvSpPr>
        <p:spPr>
          <a:xfrm>
            <a:off x="7255764" y="2139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13932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3932" y="3145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datos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0284" y="19202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3556" y="213969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3556" y="2139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21724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21724" y="3145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latencia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6908" y="38404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0180" y="405993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26" name="Text 24"/>
          <p:cNvSpPr/>
          <p:nvPr/>
        </p:nvSpPr>
        <p:spPr>
          <a:xfrm>
            <a:off x="1440180" y="40599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8348" y="4736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8348" y="5065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4700" y="38404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7972" y="405993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31" name="Text 29"/>
          <p:cNvSpPr/>
          <p:nvPr/>
        </p:nvSpPr>
        <p:spPr>
          <a:xfrm>
            <a:off x="4347972" y="40599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406140" y="4736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06140" y="5065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interfaz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22492" y="38404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55764" y="4059936"/>
            <a:ext cx="585216" cy="585216"/>
          </a:xfrm>
          <a:prstGeom prst="ellipse">
            <a:avLst/>
          </a:prstGeom>
          <a:solidFill>
            <a:srgbClr val="2E6BB0"/>
          </a:solidFill>
          <a:ln/>
        </p:spPr>
      </p:sp>
      <p:sp>
        <p:nvSpPr>
          <p:cNvPr id="36" name="Text 34"/>
          <p:cNvSpPr/>
          <p:nvPr/>
        </p:nvSpPr>
        <p:spPr>
          <a:xfrm>
            <a:off x="7255764" y="40599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13932" y="4736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13932" y="5065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y datos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30284" y="38404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63556" y="4059936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10163556" y="40599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21724" y="4736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21724" y="5065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final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Integraciones: GitHub, SonarQube y CI/CD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594360" cy="5943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veredicto del gate como check y comentario en el Pull Request.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081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calidad del código: bugs, code smells, cobertura y su quality gate.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594360" cy="5943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pipeline que ejecuta las pruebas y detiene el despliegue si el gate falla.</a:t>
            </a:r>
            <a:endParaRPr lang="en-US" sz="1250" dirty="0"/>
          </a:p>
        </p:txBody>
      </p:sp>
      <p:pic>
        <p:nvPicPr>
          <p:cNvPr id="19" name="Image 0" descr="C:\Users\edilson.alvarez\Documents\Grabaciones de sonido\QAGuardian\docs\img\05-integra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828800"/>
            <a:ext cx="5394960" cy="357019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6B2">
                <a:alpha val="50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6309360" y="5394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y GitHub conectados al proyecto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→ Automatizar → Ejecutar → Revisar → Aprobar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Guardian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Quality Gate de tus despliegues.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2026-07-10T13:55:13Z</dcterms:created>
  <dcterms:modified xsi:type="dcterms:W3CDTF">2026-07-10T13:55:13Z</dcterms:modified>
</cp:coreProperties>
</file>